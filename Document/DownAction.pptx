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8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354" y="72"/>
      </p:cViewPr>
      <p:guideLst>
        <p:guide orient="horz" pos="227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AC27C-FEAB-44BA-BF78-409D5C3E1EBB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E2D5D-5EF0-4322-B641-DBEB6DD86E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3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E2D5D-5EF0-4322-B641-DBEB6DD86E7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434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6F774-5818-5C46-F2C4-8D84133B7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F96824-882B-9775-7240-82265C4A7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0462A3-AD58-4402-46D3-54139225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C8993-599B-452F-9D96-247B177185FC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029B27-ABFB-8A99-B627-B0C673781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CAF64-693A-DA11-ED14-92C6C6C5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D191-3498-4524-B656-CC9E9C2E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03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1819A-1588-DC3B-1210-0D800724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0BFAE0-54D2-D9FD-482B-9E7823CA5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0D8312-9D78-38DC-372A-05DCB93C6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C8993-599B-452F-9D96-247B177185FC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DCCE55-1DD6-CDB8-3060-340F1A1C6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697ED7-6F24-2B54-646C-FB037C2E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D191-3498-4524-B656-CC9E9C2E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4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8D756-F741-54BA-6F7D-888D1101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6288B7-1DBA-1B1B-BC8C-334604897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47918D-8222-764A-F582-A519030C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C8993-599B-452F-9D96-247B177185FC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021985-5A56-A691-6AA1-59EA91D1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3AC6DE-6BBF-DBEA-A535-86536552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D191-3498-4524-B656-CC9E9C2E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244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932426-1ECF-9A42-9564-DBA5708A8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98EFDD-9350-43F2-33F4-700BD6C88F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7C090E-2D1E-D6B2-BA31-DFAB79949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92113B-D42C-C63D-4136-D9D60AE0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C8993-599B-452F-9D96-247B177185FC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616B34-146A-0941-A333-20F3E145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ECD181-AB28-8A86-F728-CFB2A6699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D191-3498-4524-B656-CC9E9C2E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20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FF63A4-B151-39B9-54A4-1ACED9616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D4BD9A-77FA-10A1-C779-20A779CFC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A1E12F-D5FF-F94B-AC29-B90BE3DD4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6D9AA58-885E-59BF-8C70-1F6C8322B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D2ADDF-685D-BF44-115C-BD3E33421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496B5A1-6A41-6A12-22E5-4C9A60A8A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C8993-599B-452F-9D96-247B177185FC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BDCA31-D619-F3E7-4B10-EF0C52328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A29333-65D1-3244-8915-F153535B5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D191-3498-4524-B656-CC9E9C2E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261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5443F-506A-C0F5-B035-28A313A57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E89F18-530E-98FC-08E8-7F492FFB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C8993-599B-452F-9D96-247B177185FC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020928-9451-BEE8-5AF9-CBA7B2891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FAB82F-1638-27E5-1BC7-314B6F70F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D191-3498-4524-B656-CC9E9C2E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5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C38AFDA-4E80-08A9-A0F3-A8D44D53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C8993-599B-452F-9D96-247B177185FC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256146-FF84-12CB-D511-2147A6AE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09D160-93C5-E0E8-ACCA-899B7D83C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D191-3498-4524-B656-CC9E9C2E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215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33AA2E-7E1E-E52A-6FF3-DC58B5D4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CAD350-D8AB-7AB7-BDA3-95BA6E71E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AB2863-6C0B-7A94-CFA5-E88D68DB1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5E2A9D-129F-CAE7-F3B2-BA99F9D65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C8993-599B-452F-9D96-247B177185FC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EE551A-1057-84F6-9E55-54BB73EE1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C0F60-135B-6289-8427-251CAD099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D191-3498-4524-B656-CC9E9C2E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280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46508-272D-88B7-0726-8DED577D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23FDD00-7393-CC00-76CA-C48871C536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52AE3A-B27A-0860-134A-56C6EBF09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A8BBBB-3A5E-626B-80F5-32BEEFBE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C8993-599B-452F-9D96-247B177185FC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C19690-0E7E-DC0B-F4D1-1D96CE42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FDBEE4-DF69-B6D6-B33F-2F5B10D1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D191-3498-4524-B656-CC9E9C2E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94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AC927E-9BD9-5287-9BA5-244EDCEBA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AB4371-A555-80AF-CF47-5FF295AD7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D8D397-8EAB-836A-B8DA-5F49B81DA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C8993-599B-452F-9D96-247B177185FC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468593-8056-E039-D172-94C603BCB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2B5900-6181-4E01-2B10-09E62E860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D191-3498-4524-B656-CC9E9C2E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214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BCF0FE-47AC-0285-C97E-AD92F943C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6BEE97-D467-EC5C-1028-81ECA5757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4D3766-8D97-5D97-E0A1-78C0590FA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C8993-599B-452F-9D96-247B177185FC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23A245-E0A9-F6E8-63BE-7BC842962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49F6BF-3D93-2275-66A9-3A95CE29B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1D191-3498-4524-B656-CC9E9C2E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A42408A-6F23-EF46-550B-C58D7E6D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DFAF5F-40ED-D76E-48BD-24E02AF05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6955EA-8C45-B0C0-BB92-52A385BD0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C8993-599B-452F-9D96-247B177185FC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15EE77-BC86-6475-23C7-509DD2800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2A81BF-74D3-C246-49DD-4CAA78307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1D191-3498-4524-B656-CC9E9C2E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521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3268A9B-50BB-E7A9-30B3-07A984EF8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053" y="838532"/>
            <a:ext cx="4990476" cy="657142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799CA27-9666-4C10-8EB7-C5A419E02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41" y="386462"/>
            <a:ext cx="4695825" cy="368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C5D2809-3567-DCDD-693D-98FE6F58AD7E}"/>
              </a:ext>
            </a:extLst>
          </p:cNvPr>
          <p:cNvSpPr/>
          <p:nvPr/>
        </p:nvSpPr>
        <p:spPr>
          <a:xfrm>
            <a:off x="6382325" y="386462"/>
            <a:ext cx="3491346" cy="3140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/>
              <a:t>S2 F49 : </a:t>
            </a:r>
            <a:r>
              <a:rPr lang="ko-KR" altLang="en-US" sz="1200" b="1" dirty="0"/>
              <a:t>JH_SETCODE_DOWN_ACTION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D2683E-ABD3-5C99-E98F-D090D4DD7097}"/>
              </a:ext>
            </a:extLst>
          </p:cNvPr>
          <p:cNvSpPr/>
          <p:nvPr/>
        </p:nvSpPr>
        <p:spPr>
          <a:xfrm>
            <a:off x="7038109" y="3602181"/>
            <a:ext cx="4470400" cy="19673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2162D5A-21C7-CF1B-69BB-6DCE0BF91534}"/>
              </a:ext>
            </a:extLst>
          </p:cNvPr>
          <p:cNvSpPr/>
          <p:nvPr/>
        </p:nvSpPr>
        <p:spPr>
          <a:xfrm>
            <a:off x="497825" y="1683333"/>
            <a:ext cx="278968" cy="2401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75D9AD2-3C18-2D77-4499-3E09DC700C46}"/>
              </a:ext>
            </a:extLst>
          </p:cNvPr>
          <p:cNvSpPr/>
          <p:nvPr/>
        </p:nvSpPr>
        <p:spPr>
          <a:xfrm>
            <a:off x="497825" y="2001989"/>
            <a:ext cx="278968" cy="2401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4D481A8-7BF7-0BCE-0DFB-F73CC94E13E5}"/>
              </a:ext>
            </a:extLst>
          </p:cNvPr>
          <p:cNvSpPr/>
          <p:nvPr/>
        </p:nvSpPr>
        <p:spPr>
          <a:xfrm>
            <a:off x="480291" y="2292512"/>
            <a:ext cx="278968" cy="2401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E8639AE-62A8-F786-9242-4BF5D12CE929}"/>
              </a:ext>
            </a:extLst>
          </p:cNvPr>
          <p:cNvSpPr/>
          <p:nvPr/>
        </p:nvSpPr>
        <p:spPr>
          <a:xfrm>
            <a:off x="375875" y="4359985"/>
            <a:ext cx="278968" cy="2401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4721732-38C2-9789-0381-D53DEACEA7E0}"/>
              </a:ext>
            </a:extLst>
          </p:cNvPr>
          <p:cNvSpPr/>
          <p:nvPr/>
        </p:nvSpPr>
        <p:spPr>
          <a:xfrm>
            <a:off x="375875" y="4817181"/>
            <a:ext cx="278968" cy="2401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C07ACE2-1704-617B-F038-B723437544C2}"/>
              </a:ext>
            </a:extLst>
          </p:cNvPr>
          <p:cNvSpPr/>
          <p:nvPr/>
        </p:nvSpPr>
        <p:spPr>
          <a:xfrm>
            <a:off x="375875" y="5339038"/>
            <a:ext cx="278968" cy="2401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FCCF96-D2EA-4CD3-57E0-426B61CAD7A3}"/>
              </a:ext>
            </a:extLst>
          </p:cNvPr>
          <p:cNvSpPr txBox="1"/>
          <p:nvPr/>
        </p:nvSpPr>
        <p:spPr>
          <a:xfrm>
            <a:off x="759258" y="4292354"/>
            <a:ext cx="4294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S2F49</a:t>
            </a:r>
            <a:r>
              <a:rPr lang="ko-KR" altLang="en-US" sz="1200" b="1" dirty="0"/>
              <a:t>에서 받은 </a:t>
            </a:r>
            <a:r>
              <a:rPr lang="en-US" altLang="ko-KR" sz="1200" b="1" dirty="0"/>
              <a:t>Down Action list</a:t>
            </a:r>
            <a:r>
              <a:rPr lang="ko-KR" altLang="en-US" sz="1200" b="1" dirty="0"/>
              <a:t>에서 받은 </a:t>
            </a:r>
            <a:endParaRPr lang="en-US" altLang="ko-KR" sz="1200" b="1" dirty="0"/>
          </a:p>
          <a:p>
            <a:r>
              <a:rPr lang="en-US" altLang="ko-KR" sz="1200" b="1" dirty="0"/>
              <a:t>Code</a:t>
            </a:r>
            <a:r>
              <a:rPr lang="ko-KR" altLang="en-US" sz="1200" b="1" dirty="0"/>
              <a:t>의 </a:t>
            </a:r>
            <a:r>
              <a:rPr lang="en-US" altLang="ko-KR" sz="1200" b="1" dirty="0"/>
              <a:t>Text </a:t>
            </a:r>
            <a:r>
              <a:rPr lang="en-US" altLang="ko-KR" sz="1200" b="1" dirty="0">
                <a:sym typeface="Wingdings" panose="05000000000000000000" pitchFamily="2" charset="2"/>
              </a:rPr>
              <a:t> D00001</a:t>
            </a:r>
            <a:r>
              <a:rPr lang="ko-KR" altLang="en-US" sz="1200" b="1" dirty="0">
                <a:sym typeface="Wingdings" panose="05000000000000000000" pitchFamily="2" charset="2"/>
              </a:rPr>
              <a:t>과 대응되는 </a:t>
            </a:r>
            <a:r>
              <a:rPr lang="en-US" altLang="ko-KR" sz="1200" b="1" dirty="0">
                <a:sym typeface="Wingdings" panose="05000000000000000000" pitchFamily="2" charset="2"/>
              </a:rPr>
              <a:t>DOWN5</a:t>
            </a:r>
            <a:r>
              <a:rPr lang="ko-KR" altLang="en-US" sz="1200" b="1" dirty="0"/>
              <a:t> 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BC6ADA-2E8E-7E8D-8BAC-A7A948DDE951}"/>
              </a:ext>
            </a:extLst>
          </p:cNvPr>
          <p:cNvSpPr/>
          <p:nvPr/>
        </p:nvSpPr>
        <p:spPr>
          <a:xfrm>
            <a:off x="9356891" y="4603259"/>
            <a:ext cx="1532782" cy="1904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DA26219-E8C4-AC8F-D944-9CA7E88FDD7B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3888509" y="4495686"/>
            <a:ext cx="5468382" cy="202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93758D3-0E00-DAEA-C847-141BC6656DF0}"/>
              </a:ext>
            </a:extLst>
          </p:cNvPr>
          <p:cNvSpPr txBox="1"/>
          <p:nvPr/>
        </p:nvSpPr>
        <p:spPr>
          <a:xfrm>
            <a:off x="759258" y="4725068"/>
            <a:ext cx="3535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S2F49</a:t>
            </a:r>
            <a:r>
              <a:rPr lang="ko-KR" altLang="en-US" sz="1200" b="1" dirty="0"/>
              <a:t>에서 받은 </a:t>
            </a:r>
            <a:r>
              <a:rPr lang="en-US" altLang="ko-KR" sz="1200" b="1" dirty="0"/>
              <a:t>Down Action list</a:t>
            </a:r>
            <a:r>
              <a:rPr lang="ko-KR" altLang="en-US" sz="1200" b="1" dirty="0"/>
              <a:t>에의 </a:t>
            </a:r>
            <a:r>
              <a:rPr lang="en-US" altLang="ko-KR" sz="1200" b="1" dirty="0"/>
              <a:t>Code</a:t>
            </a:r>
            <a:r>
              <a:rPr lang="ko-KR" altLang="en-US" sz="1200" b="1" dirty="0"/>
              <a:t>의 오른쪽 두자리와 연관된 중분류의 </a:t>
            </a:r>
            <a:r>
              <a:rPr lang="en-US" altLang="ko-KR" sz="1200" b="1" dirty="0"/>
              <a:t>Text</a:t>
            </a:r>
            <a:r>
              <a:rPr lang="ko-KR" altLang="en-US" sz="1200" b="1" dirty="0"/>
              <a:t> 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AB1BB4F2-52EF-0C67-9D1A-F94476F8BB21}"/>
              </a:ext>
            </a:extLst>
          </p:cNvPr>
          <p:cNvSpPr/>
          <p:nvPr/>
        </p:nvSpPr>
        <p:spPr>
          <a:xfrm>
            <a:off x="497825" y="2980204"/>
            <a:ext cx="278968" cy="2401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70E812A-2611-C466-B9AF-4D6076DFF0C2}"/>
              </a:ext>
            </a:extLst>
          </p:cNvPr>
          <p:cNvSpPr/>
          <p:nvPr/>
        </p:nvSpPr>
        <p:spPr>
          <a:xfrm>
            <a:off x="376813" y="5659373"/>
            <a:ext cx="278968" cy="24014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4A446889-A6DB-52A3-2E2C-CD95654D28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113" y="5658550"/>
            <a:ext cx="9209524" cy="1847619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1A084B6D-064C-3AE9-9579-DBA3519A2544}"/>
              </a:ext>
            </a:extLst>
          </p:cNvPr>
          <p:cNvSpPr/>
          <p:nvPr/>
        </p:nvSpPr>
        <p:spPr>
          <a:xfrm>
            <a:off x="9411858" y="3827407"/>
            <a:ext cx="1376215" cy="190415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832F322-2E6F-9595-28B0-B786F5A9EDD1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4106274" y="3922615"/>
            <a:ext cx="5305584" cy="1004636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680911AE-565B-EE5E-F79D-13FCADA1E5B5}"/>
              </a:ext>
            </a:extLst>
          </p:cNvPr>
          <p:cNvSpPr/>
          <p:nvPr/>
        </p:nvSpPr>
        <p:spPr>
          <a:xfrm>
            <a:off x="6243782" y="6169891"/>
            <a:ext cx="295563" cy="20465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7F31B506-C475-2B27-5489-3B5D06C052DD}"/>
              </a:ext>
            </a:extLst>
          </p:cNvPr>
          <p:cNvCxnSpPr>
            <a:cxnSpLocks/>
            <a:stCxn id="53" idx="6"/>
          </p:cNvCxnSpPr>
          <p:nvPr/>
        </p:nvCxnSpPr>
        <p:spPr>
          <a:xfrm>
            <a:off x="6539345" y="6272217"/>
            <a:ext cx="4535059" cy="504317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58C8367-ADC0-0780-6BBD-7F0C4B0F3838}"/>
              </a:ext>
            </a:extLst>
          </p:cNvPr>
          <p:cNvSpPr/>
          <p:nvPr/>
        </p:nvSpPr>
        <p:spPr>
          <a:xfrm>
            <a:off x="11074404" y="6171761"/>
            <a:ext cx="646541" cy="13344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36ED3E-C412-853B-74EE-92BD0ABA0E3E}"/>
              </a:ext>
            </a:extLst>
          </p:cNvPr>
          <p:cNvSpPr txBox="1"/>
          <p:nvPr/>
        </p:nvSpPr>
        <p:spPr>
          <a:xfrm>
            <a:off x="759257" y="5339420"/>
            <a:ext cx="4294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설비별 등록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8BC48A-2177-D85D-360E-EA49DEC64509}"/>
              </a:ext>
            </a:extLst>
          </p:cNvPr>
          <p:cNvSpPr txBox="1"/>
          <p:nvPr/>
        </p:nvSpPr>
        <p:spPr>
          <a:xfrm>
            <a:off x="759257" y="5686071"/>
            <a:ext cx="4294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작업자 </a:t>
            </a:r>
            <a:r>
              <a:rPr lang="en-US" altLang="ko-KR" sz="1200" b="1" dirty="0"/>
              <a:t>Key in</a:t>
            </a:r>
            <a:endParaRPr lang="ko-KR" altLang="en-US" sz="1200" b="1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B68CEA0-9156-F17E-C522-CEE11C085250}"/>
              </a:ext>
            </a:extLst>
          </p:cNvPr>
          <p:cNvCxnSpPr>
            <a:stCxn id="43" idx="3"/>
          </p:cNvCxnSpPr>
          <p:nvPr/>
        </p:nvCxnSpPr>
        <p:spPr>
          <a:xfrm>
            <a:off x="10788073" y="3922615"/>
            <a:ext cx="8234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8992C0C-11B8-0F5C-C97D-9E142719FEA7}"/>
              </a:ext>
            </a:extLst>
          </p:cNvPr>
          <p:cNvSpPr txBox="1"/>
          <p:nvPr/>
        </p:nvSpPr>
        <p:spPr>
          <a:xfrm>
            <a:off x="11612852" y="3827407"/>
            <a:ext cx="2373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오른쪽 두자리가 대분류 코드</a:t>
            </a:r>
          </a:p>
        </p:txBody>
      </p:sp>
    </p:spTree>
    <p:extLst>
      <p:ext uri="{BB962C8B-B14F-4D97-AF65-F5344CB8AC3E}">
        <p14:creationId xmlns:p14="http://schemas.microsoft.com/office/powerpoint/2010/main" val="2758393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7F3E6-D35A-9D2F-3082-68E1CE857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A8573A-0EC8-B260-D15E-FABB9820BDB1}"/>
              </a:ext>
            </a:extLst>
          </p:cNvPr>
          <p:cNvSpPr txBox="1"/>
          <p:nvPr/>
        </p:nvSpPr>
        <p:spPr>
          <a:xfrm>
            <a:off x="669635" y="504175"/>
            <a:ext cx="10487891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&lt;EIF VERSION="2.0" ID="S6F11" NAME="</a:t>
            </a:r>
            <a:r>
              <a:rPr lang="ko-KR" altLang="en-US" sz="1100" dirty="0" err="1"/>
              <a:t>Event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Report</a:t>
            </a:r>
            <a:r>
              <a:rPr lang="ko-KR" altLang="en-US" sz="1100" dirty="0"/>
              <a:t>"&gt;</a:t>
            </a:r>
          </a:p>
          <a:p>
            <a:r>
              <a:rPr lang="ko-KR" altLang="en-US" sz="1100" dirty="0"/>
              <a:t> &lt;ELEMENT&gt;</a:t>
            </a:r>
          </a:p>
          <a:p>
            <a:r>
              <a:rPr lang="ko-KR" altLang="en-US" sz="1100" dirty="0"/>
              <a:t>  &lt;EQPID VALUE="J44EQFAVT001" /&gt;</a:t>
            </a:r>
          </a:p>
          <a:p>
            <a:r>
              <a:rPr lang="ko-KR" altLang="en-US" sz="1100" dirty="0"/>
              <a:t> &lt;/ELEMENT&gt;</a:t>
            </a:r>
          </a:p>
          <a:p>
            <a:r>
              <a:rPr lang="ko-KR" altLang="en-US" sz="1100" dirty="0"/>
              <a:t> &lt;ITEM&gt;</a:t>
            </a:r>
          </a:p>
          <a:p>
            <a:r>
              <a:rPr lang="ko-KR" altLang="en-US" sz="1100" dirty="0"/>
              <a:t>  &lt;CEID NAME="CEID" VALUE="50105" /&gt;</a:t>
            </a:r>
          </a:p>
          <a:p>
            <a:r>
              <a:rPr lang="ko-KR" altLang="en-US" sz="1100" dirty="0"/>
              <a:t>  &lt;RPTID NAME="RPTID" VALUE="50105" /&gt;</a:t>
            </a:r>
          </a:p>
          <a:p>
            <a:r>
              <a:rPr lang="ko-KR" altLang="en-US" sz="1100" dirty="0"/>
              <a:t>  &lt;DVLIST COUNT="10"&gt;</a:t>
            </a:r>
          </a:p>
          <a:p>
            <a:r>
              <a:rPr lang="ko-KR" altLang="en-US" sz="1100" dirty="0"/>
              <a:t>  &lt;DV NAME="TIME" VALUE="20260723162708" /&gt;</a:t>
            </a:r>
          </a:p>
          <a:p>
            <a:r>
              <a:rPr lang="ko-KR" altLang="en-US" sz="1100" dirty="0"/>
              <a:t>  &lt;DV NAME="ACTIONCODE" VALUE="</a:t>
            </a:r>
            <a:r>
              <a:rPr lang="ko-KR" altLang="en-US" sz="1100" dirty="0" err="1"/>
              <a:t>Other</a:t>
            </a:r>
            <a:r>
              <a:rPr lang="ko-KR" altLang="en-US" sz="1100" dirty="0"/>
              <a:t>" /&gt;                            </a:t>
            </a:r>
          </a:p>
          <a:p>
            <a:r>
              <a:rPr lang="ko-KR" altLang="en-US" sz="1100" dirty="0"/>
              <a:t>  &lt;DV NAME="ACTIONDESCRIPTION" VALUE="1111" /&gt;</a:t>
            </a:r>
          </a:p>
          <a:p>
            <a:r>
              <a:rPr lang="ko-KR" altLang="en-US" sz="1100" dirty="0"/>
              <a:t>  &lt;DV NAME="DOWNSTARTTIME" VALUE="20260723162556" /&gt;</a:t>
            </a:r>
          </a:p>
          <a:p>
            <a:r>
              <a:rPr lang="ko-KR" altLang="en-US" sz="1100" dirty="0"/>
              <a:t>  &lt;DV NAME="DOWNENDTIME" VALUE="20260723162611" /&gt;</a:t>
            </a:r>
          </a:p>
          <a:p>
            <a:r>
              <a:rPr lang="ko-KR" altLang="en-US" sz="1100" dirty="0"/>
              <a:t>  &lt;DV NAME="OPERATORID" VALUE="K22306088" /&gt;</a:t>
            </a:r>
          </a:p>
          <a:p>
            <a:r>
              <a:rPr lang="ko-KR" altLang="en-US" sz="1100" dirty="0"/>
              <a:t>  &lt;DV NAME="ALARMLISTQTY" VALUE="1" /&gt;</a:t>
            </a:r>
          </a:p>
          <a:p>
            <a:r>
              <a:rPr lang="ko-KR" altLang="en-US" sz="1100" dirty="0"/>
              <a:t>  &lt;DV NAME="ALARMID#1" VALUE="B1027" /&gt;</a:t>
            </a:r>
          </a:p>
          <a:p>
            <a:r>
              <a:rPr lang="ko-KR" altLang="en-US" sz="1100" dirty="0"/>
              <a:t>  &lt;DV NAME="ALARMCATEGORY#1" VALUE="0000101" /&gt;</a:t>
            </a:r>
          </a:p>
          <a:p>
            <a:r>
              <a:rPr lang="ko-KR" altLang="en-US" sz="1100" dirty="0"/>
              <a:t>  &lt;DV NAME="ALARMTEXT#1" VALUE="</a:t>
            </a:r>
            <a:r>
              <a:rPr lang="ko-KR" altLang="en-US" sz="1100" dirty="0" err="1"/>
              <a:t>aaaaaaaaaaaaaaaaaa</a:t>
            </a:r>
            <a:r>
              <a:rPr lang="ko-KR" altLang="en-US" sz="1100" dirty="0"/>
              <a:t>" /&gt;</a:t>
            </a:r>
          </a:p>
          <a:p>
            <a:r>
              <a:rPr lang="ko-KR" altLang="en-US" sz="1100" dirty="0"/>
              <a:t>  &lt;/DVLIST&gt;</a:t>
            </a:r>
          </a:p>
          <a:p>
            <a:r>
              <a:rPr lang="ko-KR" altLang="en-US" sz="1100" dirty="0"/>
              <a:t> &lt;/ITEM&gt;</a:t>
            </a:r>
          </a:p>
          <a:p>
            <a:r>
              <a:rPr lang="ko-KR" altLang="en-US" sz="1100" dirty="0"/>
              <a:t>&lt;/EIF&gt;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3DF5D6-02E1-3600-6E04-97C1202CA29B}"/>
              </a:ext>
            </a:extLst>
          </p:cNvPr>
          <p:cNvSpPr/>
          <p:nvPr/>
        </p:nvSpPr>
        <p:spPr>
          <a:xfrm>
            <a:off x="1690253" y="2018568"/>
            <a:ext cx="2235201" cy="2027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A02D9D-7BE2-34D5-C2D7-4B88FAB324C2}"/>
              </a:ext>
            </a:extLst>
          </p:cNvPr>
          <p:cNvSpPr/>
          <p:nvPr/>
        </p:nvSpPr>
        <p:spPr>
          <a:xfrm>
            <a:off x="1687944" y="2226361"/>
            <a:ext cx="2690092" cy="1873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744DFB-441C-8EB2-5185-CF6CD88825CA}"/>
              </a:ext>
            </a:extLst>
          </p:cNvPr>
          <p:cNvSpPr txBox="1"/>
          <p:nvPr/>
        </p:nvSpPr>
        <p:spPr>
          <a:xfrm>
            <a:off x="5200073" y="1989197"/>
            <a:ext cx="50615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 ppt 1</a:t>
            </a:r>
            <a:r>
              <a:rPr lang="ko-KR" altLang="en-US" sz="1000" dirty="0">
                <a:solidFill>
                  <a:srgbClr val="FF0000"/>
                </a:solidFill>
              </a:rPr>
              <a:t>페이지 창의 </a:t>
            </a:r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r>
              <a:rPr lang="ko-KR" altLang="en-US" sz="1000" dirty="0">
                <a:solidFill>
                  <a:srgbClr val="FF0000"/>
                </a:solidFill>
              </a:rPr>
              <a:t>번 </a:t>
            </a:r>
            <a:r>
              <a:rPr lang="ko-KR" altLang="en-US" sz="1000" dirty="0" err="1">
                <a:solidFill>
                  <a:srgbClr val="FF0000"/>
                </a:solidFill>
              </a:rPr>
              <a:t>콤보박스</a:t>
            </a:r>
            <a:r>
              <a:rPr lang="ko-KR" altLang="en-US" sz="1000" dirty="0">
                <a:solidFill>
                  <a:srgbClr val="FF0000"/>
                </a:solidFill>
              </a:rPr>
              <a:t> 값 입력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65E02C8-460D-5D1C-4F20-D0F1AB91D14C}"/>
              </a:ext>
            </a:extLst>
          </p:cNvPr>
          <p:cNvCxnSpPr>
            <a:cxnSpLocks/>
          </p:cNvCxnSpPr>
          <p:nvPr/>
        </p:nvCxnSpPr>
        <p:spPr>
          <a:xfrm flipV="1">
            <a:off x="3967018" y="2155910"/>
            <a:ext cx="1191491" cy="153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E1797A1-7364-C241-9BCB-D7F8D8A944B8}"/>
              </a:ext>
            </a:extLst>
          </p:cNvPr>
          <p:cNvCxnSpPr/>
          <p:nvPr/>
        </p:nvCxnSpPr>
        <p:spPr>
          <a:xfrm>
            <a:off x="4378036" y="2350844"/>
            <a:ext cx="11914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9B9880E-5749-6451-4D26-5B737AA6FFBE}"/>
              </a:ext>
            </a:extLst>
          </p:cNvPr>
          <p:cNvSpPr txBox="1"/>
          <p:nvPr/>
        </p:nvSpPr>
        <p:spPr>
          <a:xfrm>
            <a:off x="5569528" y="2189454"/>
            <a:ext cx="5883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 </a:t>
            </a:r>
            <a:r>
              <a:rPr lang="en-US" altLang="ko-KR" sz="1100" dirty="0">
                <a:solidFill>
                  <a:srgbClr val="FF0000"/>
                </a:solidFill>
              </a:rPr>
              <a:t>ppt 1</a:t>
            </a:r>
            <a:r>
              <a:rPr lang="ko-KR" altLang="en-US" sz="1100" dirty="0">
                <a:solidFill>
                  <a:srgbClr val="FF0000"/>
                </a:solidFill>
              </a:rPr>
              <a:t>페이지 창의 </a:t>
            </a:r>
            <a:r>
              <a:rPr lang="en-US" altLang="ko-KR" sz="1100" dirty="0">
                <a:solidFill>
                  <a:srgbClr val="FF0000"/>
                </a:solidFill>
              </a:rPr>
              <a:t>4</a:t>
            </a:r>
            <a:r>
              <a:rPr lang="ko-KR" altLang="en-US" sz="1100" dirty="0">
                <a:solidFill>
                  <a:srgbClr val="FF0000"/>
                </a:solidFill>
              </a:rPr>
              <a:t>번 작업자 </a:t>
            </a:r>
            <a:r>
              <a:rPr lang="en-US" altLang="ko-KR" sz="1100" dirty="0">
                <a:solidFill>
                  <a:srgbClr val="FF0000"/>
                </a:solidFill>
              </a:rPr>
              <a:t>key in</a:t>
            </a:r>
            <a:r>
              <a:rPr lang="ko-KR" altLang="en-US" sz="1100" dirty="0">
                <a:solidFill>
                  <a:srgbClr val="FF0000"/>
                </a:solidFill>
              </a:rPr>
              <a:t>한 내용</a:t>
            </a:r>
          </a:p>
        </p:txBody>
      </p:sp>
    </p:spTree>
    <p:extLst>
      <p:ext uri="{BB962C8B-B14F-4D97-AF65-F5344CB8AC3E}">
        <p14:creationId xmlns:p14="http://schemas.microsoft.com/office/powerpoint/2010/main" val="1961695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283</Words>
  <Application>Microsoft Office PowerPoint</Application>
  <PresentationFormat>와이드스크린</PresentationFormat>
  <Paragraphs>39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준석 배</dc:creator>
  <cp:lastModifiedBy>준석 배</cp:lastModifiedBy>
  <cp:revision>9</cp:revision>
  <dcterms:created xsi:type="dcterms:W3CDTF">2026-07-15T08:39:42Z</dcterms:created>
  <dcterms:modified xsi:type="dcterms:W3CDTF">2026-07-30T00:02:34Z</dcterms:modified>
</cp:coreProperties>
</file>